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783106-4625-4DB4-A4E4-96EE238B8844}">
          <p14:sldIdLst>
            <p14:sldId id="262"/>
          </p14:sldIdLst>
        </p14:section>
        <p14:section name="Untitled Section" id="{93185476-ADDF-4DC4-B8D9-9650EE2FB2D3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780"/>
    <a:srgbClr val="66FFFF"/>
    <a:srgbClr val="EA2808"/>
    <a:srgbClr val="00FF00"/>
    <a:srgbClr val="000099"/>
    <a:srgbClr val="FFFFFF"/>
    <a:srgbClr val="FFFF99"/>
    <a:srgbClr val="FFFFCC"/>
    <a:srgbClr val="FF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30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46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82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27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945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17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902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62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75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88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549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5DA58-B75C-48DA-B757-9037AB90EEEA}" type="datetimeFigureOut">
              <a:rPr lang="en-IN" smtClean="0"/>
              <a:t>01-12-2024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8CD1E-B39C-49B3-A5C4-D534E51924D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39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chemeClr val="tx1">
              <a:lumMod val="85000"/>
              <a:lumOff val="15000"/>
            </a:schemeClr>
          </a:fgClr>
          <a:bgClr>
            <a:schemeClr val="tx1">
              <a:lumMod val="95000"/>
              <a:lumOff val="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1EBEB4-7D07-EB1B-0CC2-1485A7D29B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688" y="113414"/>
            <a:ext cx="1052623" cy="3604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9360" y="473867"/>
            <a:ext cx="7185276" cy="914665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MUSIC STORE DATA ANALYSIS IN SQL</a:t>
            </a:r>
            <a:endParaRPr lang="en-IN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233" y="1752675"/>
            <a:ext cx="8433531" cy="1241822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You are hired as a data analyst at a music store, let’s call it "</a:t>
            </a:r>
            <a:r>
              <a:rPr lang="en-GB" sz="2000" dirty="0" smtClean="0">
                <a:solidFill>
                  <a:schemeClr val="bg1"/>
                </a:solidFill>
              </a:rPr>
              <a:t>Spotify". </a:t>
            </a:r>
            <a:r>
              <a:rPr lang="en-GB" sz="2000" dirty="0">
                <a:solidFill>
                  <a:schemeClr val="bg1"/>
                </a:solidFill>
              </a:rPr>
              <a:t>You’re given access to a database with information about customers, singers, and more.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As you explore connections between the data, your manager shares exciting news: the company plans to launch a new product! They need insights from the data to guide their decision-making.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Your task is to </a:t>
            </a:r>
            <a:r>
              <a:rPr lang="en-GB" sz="2000" dirty="0" smtClean="0">
                <a:solidFill>
                  <a:schemeClr val="bg1"/>
                </a:solidFill>
              </a:rPr>
              <a:t>analyse </a:t>
            </a:r>
            <a:r>
              <a:rPr lang="en-GB" sz="2000" dirty="0">
                <a:solidFill>
                  <a:schemeClr val="bg1"/>
                </a:solidFill>
              </a:rPr>
              <a:t>the database and provide answers to your manager’s problem statements</a:t>
            </a:r>
          </a:p>
        </p:txBody>
      </p:sp>
    </p:spTree>
    <p:extLst>
      <p:ext uri="{BB962C8B-B14F-4D97-AF65-F5344CB8AC3E}">
        <p14:creationId xmlns:p14="http://schemas.microsoft.com/office/powerpoint/2010/main" val="100790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chemeClr val="tx1">
              <a:lumMod val="85000"/>
              <a:lumOff val="15000"/>
            </a:schemeClr>
          </a:fgClr>
          <a:bgClr>
            <a:schemeClr val="tx1">
              <a:lumMod val="95000"/>
              <a:lumOff val="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C:\Users\ayush\AppData\Local\Microsoft\Windows\INetCache\Content.Word\schema_diagram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19" y="526273"/>
            <a:ext cx="4049071" cy="45295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6572" y="181746"/>
            <a:ext cx="3535488" cy="41689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Database Schema: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2" name="Picture 31" descr="Circle Logo with background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6687" y="160432"/>
            <a:ext cx="470686" cy="4645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598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chemeClr val="tx1">
              <a:lumMod val="85000"/>
              <a:lumOff val="15000"/>
            </a:schemeClr>
          </a:fgClr>
          <a:bgClr>
            <a:schemeClr val="tx1">
              <a:lumMod val="95000"/>
              <a:lumOff val="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205575" y="335234"/>
            <a:ext cx="4955193" cy="460755"/>
          </a:xfrm>
        </p:spPr>
        <p:txBody>
          <a:bodyPr>
            <a:noAutofit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Problem Statements</a:t>
            </a:r>
            <a:endParaRPr lang="en-IN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65423" y="795989"/>
            <a:ext cx="8086519" cy="3922938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+mj-lt"/>
              <a:buAutoNum type="arabicPeriod"/>
            </a:pPr>
            <a:endParaRPr lang="en-GB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We want to assign an senior employee to lead that project. Who </a:t>
            </a:r>
            <a:r>
              <a:rPr lang="en-IN" dirty="0" smtClean="0">
                <a:solidFill>
                  <a:schemeClr val="bg1"/>
                </a:solidFill>
              </a:rPr>
              <a:t>is </a:t>
            </a:r>
            <a:r>
              <a:rPr lang="en-IN" dirty="0">
                <a:solidFill>
                  <a:schemeClr val="bg1"/>
                </a:solidFill>
              </a:rPr>
              <a:t>the senior most employee based on job title</a:t>
            </a:r>
            <a:r>
              <a:rPr lang="en-IN" dirty="0" smtClean="0">
                <a:solidFill>
                  <a:schemeClr val="bg1"/>
                </a:solidFill>
              </a:rPr>
              <a:t>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Which county has most number of Invoices?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What is value of top 3 invoices 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We would like to throw a promotional Music Festival in the city we made the most money. Which city has the best customers</a:t>
            </a:r>
            <a:r>
              <a:rPr lang="en-IN" dirty="0" smtClean="0">
                <a:solidFill>
                  <a:schemeClr val="bg1"/>
                </a:solidFill>
              </a:rPr>
              <a:t>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Who is the best customer? The customer who has spent the most money will be declared the best customer. </a:t>
            </a:r>
            <a:endParaRPr lang="en-IN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Details of customers who listens  Rock music.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Let's invite the artists who have written the most rock music in our dataset.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We want to find out the most popular music Genre for each country. </a:t>
            </a:r>
            <a:endParaRPr lang="en-IN" dirty="0" smtClean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 smtClean="0">
                <a:solidFill>
                  <a:schemeClr val="bg1"/>
                </a:solidFill>
              </a:rPr>
              <a:t>We want to give gifts to top customer so Determine </a:t>
            </a:r>
            <a:r>
              <a:rPr lang="en-IN" dirty="0">
                <a:solidFill>
                  <a:schemeClr val="bg1"/>
                </a:solidFill>
              </a:rPr>
              <a:t>which customer has spent the most on music for each country. </a:t>
            </a:r>
            <a:endParaRPr lang="en-GB" dirty="0" smtClean="0">
              <a:solidFill>
                <a:schemeClr val="bg1"/>
              </a:solidFill>
            </a:endParaRPr>
          </a:p>
        </p:txBody>
      </p:sp>
      <p:pic>
        <p:nvPicPr>
          <p:cNvPr id="5" name="Picture 4" descr="Circle Logo with background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6687" y="160432"/>
            <a:ext cx="470686" cy="4645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83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chemeClr val="tx1">
              <a:lumMod val="85000"/>
              <a:lumOff val="15000"/>
            </a:schemeClr>
          </a:fgClr>
          <a:bgClr>
            <a:schemeClr val="tx1">
              <a:lumMod val="95000"/>
              <a:lumOff val="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16890" y="3782590"/>
            <a:ext cx="8224503" cy="62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-856838" y="335234"/>
            <a:ext cx="4955193" cy="460755"/>
          </a:xfrm>
        </p:spPr>
        <p:txBody>
          <a:bodyPr>
            <a:noAutofit/>
          </a:bodyPr>
          <a:lstStyle/>
          <a:p>
            <a:r>
              <a:rPr lang="en-GB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Assignment</a:t>
            </a:r>
            <a:endParaRPr lang="en-IN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16890" y="1565664"/>
            <a:ext cx="8065139" cy="1447251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>
                <a:solidFill>
                  <a:schemeClr val="bg1"/>
                </a:solidFill>
              </a:rPr>
              <a:t>The </a:t>
            </a:r>
            <a:r>
              <a:rPr lang="en-GB" dirty="0" smtClean="0">
                <a:solidFill>
                  <a:schemeClr val="bg1"/>
                </a:solidFill>
              </a:rPr>
              <a:t>company wanted </a:t>
            </a:r>
            <a:r>
              <a:rPr lang="en-GB" dirty="0">
                <a:solidFill>
                  <a:schemeClr val="bg1"/>
                </a:solidFill>
              </a:rPr>
              <a:t>to understand the spending habits of his customers on different artists. To uncover these insights, </a:t>
            </a:r>
            <a:r>
              <a:rPr lang="en-GB" dirty="0" smtClean="0">
                <a:solidFill>
                  <a:schemeClr val="bg1"/>
                </a:solidFill>
              </a:rPr>
              <a:t>you have to </a:t>
            </a:r>
            <a:r>
              <a:rPr lang="en-GB" dirty="0">
                <a:solidFill>
                  <a:schemeClr val="bg1"/>
                </a:solidFill>
              </a:rPr>
              <a:t>ran a detailed </a:t>
            </a:r>
            <a:r>
              <a:rPr lang="en-GB" dirty="0" smtClean="0">
                <a:solidFill>
                  <a:schemeClr val="bg1"/>
                </a:solidFill>
              </a:rPr>
              <a:t>analysis.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	</a:t>
            </a:r>
            <a:r>
              <a:rPr lang="en-GB" dirty="0" smtClean="0">
                <a:solidFill>
                  <a:schemeClr val="bg1"/>
                </a:solidFill>
              </a:rPr>
              <a:t>				OR</a:t>
            </a:r>
          </a:p>
          <a:p>
            <a:pPr algn="just"/>
            <a:r>
              <a:rPr lang="en-IN" b="1" dirty="0">
                <a:solidFill>
                  <a:schemeClr val="bg1"/>
                </a:solidFill>
              </a:rPr>
              <a:t>Find how much amount spent by each customer on artists? Write a query to return customer name, artist name and total spent</a:t>
            </a:r>
            <a:endParaRPr lang="en-IN" dirty="0">
              <a:solidFill>
                <a:schemeClr val="bg1"/>
              </a:solidFill>
            </a:endParaRPr>
          </a:p>
          <a:p>
            <a:pPr algn="just"/>
            <a:endParaRPr lang="en-GB" dirty="0" smtClean="0">
              <a:solidFill>
                <a:schemeClr val="bg1"/>
              </a:solidFill>
            </a:endParaRPr>
          </a:p>
        </p:txBody>
      </p:sp>
      <p:pic>
        <p:nvPicPr>
          <p:cNvPr id="5" name="Picture 4" descr="Circle Logo with background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6687" y="160432"/>
            <a:ext cx="470686" cy="46451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616890" y="3771899"/>
            <a:ext cx="821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 smtClean="0">
                <a:solidFill>
                  <a:schemeClr val="bg1"/>
                </a:solidFill>
              </a:rPr>
              <a:t>After completing this Assignment share the SQL statement and Screen shot of the project at – </a:t>
            </a:r>
            <a:r>
              <a:rPr lang="en-GB" b="1" dirty="0" smtClean="0">
                <a:solidFill>
                  <a:srgbClr val="021780"/>
                </a:solidFill>
              </a:rPr>
              <a:t>doubts@theiscale.com</a:t>
            </a:r>
            <a:endParaRPr lang="en-IN" b="1" dirty="0">
              <a:solidFill>
                <a:srgbClr val="0217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6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5795</TotalTime>
  <Words>314</Words>
  <Application>Microsoft Office PowerPoint</Application>
  <PresentationFormat>On-screen Show (16:9)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Bahnschrift Condensed</vt:lpstr>
      <vt:lpstr>Calibri</vt:lpstr>
      <vt:lpstr>Calibri Light</vt:lpstr>
      <vt:lpstr>Office Theme</vt:lpstr>
      <vt:lpstr>MUSIC STORE DATA ANALYSIS IN SQL</vt:lpstr>
      <vt:lpstr>Database Schema:</vt:lpstr>
      <vt:lpstr>Problem Statements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ayush sahu</cp:lastModifiedBy>
  <cp:revision>881</cp:revision>
  <dcterms:created xsi:type="dcterms:W3CDTF">2022-12-29T08:52:07Z</dcterms:created>
  <dcterms:modified xsi:type="dcterms:W3CDTF">2024-12-01T09:07:00Z</dcterms:modified>
</cp:coreProperties>
</file>